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openCOSMO-RS Book 中文手册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基于 Priscilla Debanhi Ensley Solis、Simon Müller、Edgar Ivan Sanchez Medina 的在线指南整理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65960"/>
            <a:ext cx="1042416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0">
                <a:solidFill>
                  <a:srgbClr val="1C2430"/>
                </a:solidFill>
                <a:latin typeface="Microsoft YaHei"/>
              </a:defRPr>
            </a:pPr>
            <a:r>
              <a:t>这份手册按“理论 -&gt; 构象管线 -&gt; 输入文件 -&gt; 运行 -&gt; .orcacosmo 内容 -&gt; openCOSMO-RS API -&gt; 结果分析”的顺序组织。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来源：https://priscillaensleysolis.github.io/openCOSMO_RS_Book/intro.html；网页说明其目标是 Windows 上 openCOSMO-RS 的逐步教程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1. 这本 Book 解决什么问题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从安装、生成 .orcacosmo 到调用 openCOSMO-RS 分析结果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指南目标：介绍理论概念、软件需求、输入文件准备、示例应用和结果分析。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应用目标：预测溶剂化现象和流体体系热力学性质。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两部分结构：第一部分讲 COSMO-RS 与 conformer pipeline；第二部分讲 openCOSMO-RS 的 Python 调用。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对本项目的意义：帮助理解 ORCA 生成 .orcacosmo、openCOSMO-RS 读取并计算 ln(gamma) 的全过程。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来源：openCOSMO-RS Book intro.html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2. COSMO-RS 的核心思想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从分子结构预测液相热力学性质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COSMO-RS 使用分子表面上的屏蔽电荷密度来描述分子间相互作用。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它可以估算分配系数、溶剂化自由能、活度系数等热力学量。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量化软件先计算理想导体环境下的分子表面电荷；COSMO-RS 再把这些表面片段放入真实液体模型中。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sigma profile 是表面电荷密度的分布图，类似分子表面极性特征的直方图。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 I. What is COSMO-RS；COSMO-RS comes into play；The sigma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3. openCOSMO-RS 与 24a 参数化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开源 COSMO-RS 实现，结合 ORCA 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openCOSMO-RS 是开源模型，便于学术用户使用、评估和开发。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模型不仅使用主屏蔽电荷密度 sigma，也使用额外片段描述符来提高预测能力。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Book 强调 RDKit/ORCA 工作流：RDKit 生成构象，ORCA 完成量化计算。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openCOSMO-RS 24a 是改进版本，面向使用 ORCA 量化计算的溶剂化自由能预测。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What is openCOSMO-RS; openCOSMO-RS 24a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4. conformer pipeline 需要什么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它负责从分子结构出发生成 openCOSMO-RS 可用输入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101498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13816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ORCA 6.0++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量子化学计算；生成分子化学信息与性质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xtb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构象搜索和快速筛选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Balloon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可选；某些分子的构象预测会需要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RDKit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无 xyz 时从 SMILES 生成初始构象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1. openCOSMO-RS_conformer_pipeline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5. pipeline 输入文件格式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每一行描述一个分子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44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235CA8"/>
                </a:solidFill>
                <a:latin typeface="Microsoft YaHei"/>
              </a:defRPr>
            </a:pPr>
            <a:r>
              <a:t>name [TAB] SMILES [TAB] xyz_file [TAB] charge [TAB] geometry_optimization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name：任意分子名，例如 water、methanol。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SMILES：用字符串表示分子结构，例如水为 O，甲醇为 CO。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xyz_file：可选；如果不提供，程序会用 RDKit 或 Balloon 生成构象，再交给 xtb 搜索。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charge：中性分子为 0，阳离子可为 +1/+2，阴离子可为 -1/-2。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geometry_optimization：TRUE 表示优化；FALSE 或空白表示不做优化。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4. Let's create the input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6. 如何调用 conformer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命令行指定结构文件、CPCM 半径和核数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227A5E"/>
                </a:solidFill>
                <a:latin typeface="Microsoft YaHei"/>
              </a:defRPr>
            </a:pPr>
            <a:r>
              <a:t>python ConformerGenerator.py --structures_file file.inp --cpcm_radii cpcm_radii.inp --n_cores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ConformerGenerator.py 是主程序。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file.inp 是上一页创建的分子列表文件。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cpcm_radii.inp 指定原子半径。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n_cores 控制使用的 CPU 核数。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程序结束时出现 La fin 表示运行完整结束。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5. Calling the openCOSMO-RS_conformer_pipeline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7. pipeline 计算过程如何理解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主要分成气相计算和 CPCM 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Gas Calculation：考虑气相中的溶质，是计算溶剂化自由能所需的一部分。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CPCM Calculation：把溶剂作为连续极化介质包围溶质，用于计算活度系数相关信息。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构象数量由可旋转键数启发式决定：少于等于 7 个通常生成 50 个构象；8-12 个为 200 个；13 个以上为 300 个。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流程包括能量排序、能量窗口过滤、RMSD 去重、快速 DFT、最终 DFT 以及单点能计算。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6. Analysis of the Calculations and the Input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8. .orcacosmo 文件里有什么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它是 ORCA 到 openCOSMO-RS 的桥梁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08813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73252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区块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ENERGY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CPCM/理想导体环境下得到的能量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DIPOLE MOMENT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偶极矩的 x/y/z 分量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XYZ_FILE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原子数与笛卡尔坐标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表面点、介电信息、介电能等 COSMO 信息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Surface points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片段中心、面积、化学势、原子索引等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COSMO_corrected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离腔电荷修正后的介电能与 CPCM 电荷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6.1 What is in our input file?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9. openCOSMO-RS 的 Python 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读取 .orcacosmo，加入分子、组成和温度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安装方式：pip install git+https://github.com/TUHH-TVT/openCOSMO-RS_py。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常用导入：COSMORS、SigmaProfileParser、openCOSMORS24a、可视化函数。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初始化：par = openCOSMORS24a(); model = COSMORS(par)。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加入分子：model.add_molecule([path_to_orcacosmo])。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加入任务：model.add_job(mole_fractions, T, refst)。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计算：results = model.calculate()。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II. openCOSMO-RS; First Examples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10. refst 怎么选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参考态决定 ln(gamma) 的物理含义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6984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595360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refst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pure_component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相对纯组分；常用于无限稀释活度系数和混合物偏离纯态的比较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reference_mixture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相对某个指定参考混合物；用于比较两个组成状态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不使用常规参考态；常用于溶剂化能相关计算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931920"/>
            <a:ext cx="10241280" cy="64008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0">
                <a:solidFill>
                  <a:srgbClr val="1C2430"/>
                </a:solidFill>
                <a:latin typeface="Microsoft YaHei"/>
              </a:defRPr>
            </a:pPr>
            <a:r>
              <a:t>本项目计算 PET 溶解度时使用 refst='pure_component'，并在 x_solute -&gt; 0 时得到无限稀释 ln(gamma_inf)。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First Examples 2.4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11. results 字典如何读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openCOSMO-RS 输出总项、残余项和组合项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tot['lng']：总对数活度系数 ln(gamma)，等于残余项与组合项之和。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enth['lng']：残余/焓贡献，反映片段间具体相互作用与参考态的差异。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comb['lng']：组合项，来自分子大小、形状和混合熵差异。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ln(gamma) &gt; 0：比理想溶液相互作用更弱；ln(gamma) &lt; 0：相互作用更有利。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3 Results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12. 可视化结果怎么理解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sigma profile 和 3D segment plot 是诊断分子表面的工具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plot_3D_segment_location：显示分子表面片段的 3D 位置；点大小与片段面积相关，颜色代表片段电荷。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plot_sigma_profiles：x 轴为 sigma，即屏蔽电荷密度；y 轴为有效概率函数。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sigma profile 表示不同电荷密度对应的表面积，可用于判断分子极性和相互作用潜力。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extended sigma profile 增加正交表面电荷密度，用于观察更丰富的表面电荷分布。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来源：Book: 3 Results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13. 与本 PET 项目的对应关系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我们没有直接运行 pipeline，但实现了同样的物理链条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7899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76656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Book 流程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本项目流程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SMILES/xyz -&gt; 构象搜索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PET 构型来自 MD；小分子来自 xyz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ORCA 量化计算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超算上 ORCA 优化 + COSMORS 单点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.orcacosmo 输出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pet_*.solute.orcacosmo 与 solvent.solute.orcacosmo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COSMORS.add_molecule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脚本 12 与 14 加入 PET 和溶剂文件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results['tot']['lng']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用于固液平衡方程计算 PET 溶解度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来源：Book 各章节；本地 job/orca_full_workflow 脚本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14. 实操检查清单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以后扩展新溶剂或新 PET 构型时按这张表检查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1. 分子结构明确：SMILES 或 xyz；聚合物低聚体构型来源要记录。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2. ORCA 优化正常结束：检查 ORCA TERMINATED NORMALLY 和优化收敛。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3. COSMORS 单点正常结束：确认生成 solute.orcacosmo。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4. openCOSMO-RS 能读入文件：add_molecule 不报错。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5. 结果解释时区分 ln(gamma_inf)、x_inf、x_iter、g/g_inf、g/g_iter。</a:t>
            </a:r>
          </a:p>
          <a:p>
            <a:pPr>
              <a:spcAft>
                <a:spcPts val="700"/>
              </a:spcAft>
              <a:defRPr sz="1300" b="0">
                <a:solidFill>
                  <a:srgbClr val="1C2430"/>
                </a:solidFill>
                <a:latin typeface="Microsoft YaHei"/>
              </a:defRPr>
            </a:pPr>
            <a:r>
              <a:t>6. 若 x_inf_raw &gt; 1，非迭代质量比会发散，优先报告迭代解。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整理依据：openCOSMO-RS Book；本项目 NMP 结果中的 x_inf_raw &gt; 1 情况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300" b="1">
                <a:solidFill>
                  <a:srgbClr val="1C2430"/>
                </a:solidFill>
                <a:latin typeface="Microsoft YaHei"/>
              </a:defRPr>
            </a:pPr>
            <a:r>
              <a:t>15. 资料索引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596372"/>
                </a:solidFill>
                <a:latin typeface="Microsoft YaHei"/>
              </a:defRPr>
            </a:pPr>
            <a:r>
              <a:t>PPT 中用到的主要来源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0972799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955279"/>
              </a:tblGrid>
              <a:tr h="42976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主题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Book 入口与教程目标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https://priscillaensleysolis.github.io/openCOSMO_RS_Book/intro.html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COSMO-RS 理论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notebooks/1/opencosmorsintro.html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conformer pipeline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notebooks/1/conformer pipeline.html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输入文件格式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notebooks/4/Input file.html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运行命令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notebooks/5/Call program.html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.orcacosmo 内容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notebooks/6/overview.html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openCOSMO-RS API 和结果分析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C2430"/>
                          </a:solidFill>
                          <a:latin typeface="Microsoft YaHei"/>
                        </a:defRPr>
                      </a:pPr>
                      <a:r>
                        <a:t>notebooks/7/firstexamples.html 与 ResultsAnalysis.html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20" b="0">
                <a:solidFill>
                  <a:srgbClr val="596372"/>
                </a:solidFill>
                <a:latin typeface="Microsoft YaHei"/>
              </a:defRPr>
            </a:pPr>
            <a:r>
              <a:t>生成文件：openCOSMO_RS_Book_Chinese_Manual.pptx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