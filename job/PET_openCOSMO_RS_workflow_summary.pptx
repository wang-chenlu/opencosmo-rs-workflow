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PET solubility workflow with ORCA and openCOSMO-RS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From official openCOSMO-RS examples to PET-in-GVL/formic-acid calculations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70891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Structure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PET trimer + solvents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9262" y="2221992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B697A"/>
                </a:solidFill>
                <a:latin typeface="Aptos"/>
              </a:rP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3270" y="1828800"/>
            <a:ext cx="2708910" cy="10515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ORCA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optimization + COSMORS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9612" y="2221992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B697A"/>
                </a:solidFill>
                <a:latin typeface="Apto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1828800"/>
            <a:ext cx="2708910" cy="105156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openCOSMO-RS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ln(gamma)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9961" y="2221992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B697A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70" y="1828800"/>
            <a:ext cx="2708910" cy="1051560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SLE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x and g/g solvent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840480"/>
            <a:ext cx="10149840" cy="82296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>
                <a:solidFill>
                  <a:srgbClr val="1F2A37"/>
                </a:solidFill>
                <a:latin typeface="Aptos"/>
              </a:defRPr>
            </a:pPr>
            <a:r>
              <a:t>Final numerical results: GVL = 0.334 g PET/g solvent (infinite dilution); formic acid = 4.59e-4 g PET/g solvent.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Files: pet_cosmors_hpc_package/pet_solubility_results.csv; generated by orca_full_workflow/08_calculate_pet_solubility.py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What openCOSMO-RS_py contributes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Thermodynamic post-processing from COSMO surface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openCOSMO-RS_py is a Python implementation of COSMO-RS with ORCA .orcacosmo parser support.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The working API is COSMORS(par=openCOSMORS24a()), add_molecule([...]), add_job(x, T, refst='pure_component'), calculate().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The model returns logarithmic activity coefficients ln(gamma); the solid solubility equation is a downstream thermodynamic calculation.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Official examples include activity coefficients, sigma-profile parsing, and paracetamol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openCOSMO-RS_py/README.md; openCOSMO-RS_py/examples/cosmors_calculation.ipynb cells 15, 27,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OPI nightly documentation: role of ORCA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ORCA creates the quantum-chemical COSMO input files needed by openCOSMO-RS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OPI tutorial workflow: prepare structures, run ORCA with COSMORS keyword, parse .orcacosmo, then compute solubility.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Example ORCA setup uses calc.input.add_arbitrary_string('!COSMORS(ethanol)') and calc.input.ncores.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The tutorial explicitly checks normal ORCA termination before parsing the .orcacosmo output.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Our HPC implementation used direct ORCA input files instead of OPI, but kept the same COSMORS output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openCOSMO-RS - OPI nightly Docs.pdf, pp. 1, 2, 4,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Official solubility equation in the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openCOSMO-RS gives ln(gamma); the SLE equation converts it to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Aptos"/>
              </a:rPr>
              <a:t>ln(x) + ln(gamma) = -DeltaHfus/R * (1/T - 1/Tfus)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Non-iterative: evaluate ln(gamma) at infinite dilution, x = exp(rhs - ln(gamma_inf)).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Iterative: solve ln(gamma(x)) + ln(x) - rhs = 0.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Reference state used in code: refst='pure_component'.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For literature-style screening, infinite-dilution values are the most directly comparable.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openCOSMO-RS - OPI nightly Docs.pdf, pp. 10-12; openCOSMO-RS_py/examples/cosmors_calculation.ipynb cell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Lee et al. 2025: PET solubility screening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The target paper uses COSMO-RS to screen dye/PET solubility across solvents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The article predicts PET and dye solubilities at 25 C and 100 C for 22 solvents.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GVL and acetic/formic acid family solvents appear in the solvent-screening context; acetic acid is highlighted experimentally.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The paper reports PET solubility in g solute per g solvent and uses the values to evaluate fibre preservation.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COSMO-RS is used as an equilibrium thermodynamic screen; kinetic and transport effects are outside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Lee et al. 2025, Nature Sustainability, Fig. 1 and Methods, pp. 2-3,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Lee et al. Methods: PET model and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These are the parameters we mirrored in the PET calculation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24712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663440"/>
                <a:gridCol w="4572000"/>
              </a:tblGrid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Lee et al.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Our calculation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model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trimer, ends capped with EG motifs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trimer from MD/optimized ORCA geometry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MD selection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20 PET conformers from one 10 ns MD trajectory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1 conformer used in this first test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Melting point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260 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533.15 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Fusion enthalpy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54.3 J/g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converted to 34.674 kJ/mol using C32H30O14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Output unit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g/g solvent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mole fraction + g/g solvent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Lee et al. 2025 Methods, p. 8; our PET formula from pet_trimer_opt_final.xyz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How our workflow maps to the literature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Same concept, different quantum-chemistry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5671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983480"/>
              </a:tblGrid>
              <a:tr h="4389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Lee et al.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This work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Conformations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20 PET conformers from MD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single PET trimer conformer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QM software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Gaussian 16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ORCA 6.0.0 on HPC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COSMO-RS engine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COSMOtherm BP_TZVP_22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openCOSMO-RS_py openCOSMORS24a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COSMO files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COSMO files for PET/solvents/dyes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.solute.orcacosmo for PET/GVL/formic acid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Solubility equation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chemical-potential based SLE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equivalent ln(gamma)-based SLE form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Lee et al. 2025 Methods, p. 8; openCOSMO-RS - OPI nightly Docs.pdf, pp. 10-12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Local calculation files: geometry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Three optimized species were used for the COSMORS single-point step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  <a:gridCol w="4023360"/>
                <a:gridCol w="1554480"/>
              </a:tblGrid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Species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Input/trajectory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ORCA opt level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Formic acid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31-CH2O2/31-CH2O2_opt_trj.xyz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M062X def2-TZVP D3zero Opt pal4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converged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34-C5H8O2/34-C5H8O2_opt_trj.xyz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M062X def2-TZVP D3zero Opt pal4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converged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trimer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35-PET/35-PET_opt_trj.xyz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M062X def2-SVP D3zero Opt pal64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converged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31-CH2O2/*_opt.out, 34-C5H8O2/*_opt.out, 35-PET/*_opt.out; files generated by 05/06 scripts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Local calculation files: COSMORS single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Final optimized structures were converted to .orcacosmo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7899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749039"/>
                <a:gridCol w="4389120"/>
                <a:gridCol w="1097280"/>
              </a:tblGrid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Species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ORCA input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Output used in openCOSMO-RS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Cores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trimer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pet_cosmors_hpc_package/pet_trimer.inp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pet_trimer.solute.orcacosmo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64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pet_cosmors_hpc_package/gvl.inp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gvl.solute.orcacosmo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Formic acid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pet_cosmors_hpc_package/formic_acid.inp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formic_acid.solute.orcacosmo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88620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ORCA line used: BLYP def2-SVP noautostart miniprint palN COSMORS(ethanol).</a:t>
            </a:r>
          </a:p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Only *.solute.orcacosmo files are used for PET-in-solvent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orca_full_workflow/07_prepare_pet_cosmors_package.py; pet_cosmors_hpc_package/*.inp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Post-processing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PET-specific wrapper around official openCOSMO-RS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Script: orca_full_workflow/08_calculate_pet_solubility.py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Reads PET, GVL and formic-acid .solute.orcacosmo files.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Uses openCOSMORS24a and refst='pure_component' to calculate ln(gamma).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Converts DeltaHfus = 54.3 J/g to J/mol using molar mass from PET XYZ.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Reports both mole fraction and g PET/g solvent.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orca_full_workflow/08_calculate_pet_solubility.py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Unit conversion used for PET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Lee reports fusion enthalpy per gram; the SLE equation needs per mole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PET trimer formula: C32H30O14; M = 638.5722 g/mol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59669"/>
                </a:solidFill>
                <a:latin typeface="Aptos"/>
              </a:rPr>
              <a:t>DeltaHfus = 54.3 J/g * 638.5722 g/mol = 34.674 kJ/mol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A37"/>
                </a:solidFill>
                <a:latin typeface="Aptos"/>
              </a:defRPr>
            </a:pPr>
            <a:r>
              <a:t>This conversion is required because the solid-liquid equilibrium equation uses molar thermodynamic quantities.</a:t>
            </a:r>
          </a:p>
          <a:p>
            <a:pPr>
              <a:spcAft>
                <a:spcPts val="700"/>
              </a:spcAft>
              <a:defRPr sz="1400">
                <a:solidFill>
                  <a:srgbClr val="1F2A37"/>
                </a:solidFill>
                <a:latin typeface="Aptos"/>
              </a:defRPr>
            </a:pPr>
            <a:r>
              <a:t>For polymer models, the molar mass must match the molecular representation used in the COSMO-RS calculation.</a:t>
            </a:r>
          </a:p>
          <a:p>
            <a:pPr>
              <a:spcAft>
                <a:spcPts val="700"/>
              </a:spcAft>
              <a:defRPr sz="1400">
                <a:solidFill>
                  <a:srgbClr val="1F2A37"/>
                </a:solidFill>
                <a:latin typeface="Aptos"/>
              </a:defRPr>
            </a:pPr>
            <a:r>
              <a:t>If a different PET oligomer length is used, the conversion must be updated.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Lee et al. 2025 Methods p. 8; pet_cosmors_hpc_package/pet_trimer_opt_final.xyz; 08_calculate_pet_solubility.py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Final numerical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Single-conformer PET trimer calculation at 298.15 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9601200" cy="159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463040"/>
                <a:gridCol w="1645920"/>
                <a:gridCol w="1554480"/>
                <a:gridCol w="1645920"/>
              </a:tblGrid>
              <a:tr h="53035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Solvent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ln(gamma_inf)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x_inf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g/g_inf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x_iter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g/g_iter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-3.164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0.04973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0.3338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0.02943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0.1934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3035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Formic acid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4.152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3.307e-05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0.0004588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3.318e-05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0.0004603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657600"/>
            <a:ext cx="1014984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>
                <a:solidFill>
                  <a:srgbClr val="1F2A37"/>
                </a:solidFill>
                <a:latin typeface="Aptos"/>
              </a:defRPr>
            </a:pPr>
            <a:r>
              <a:t>Main interpretation: the calculated GVL value is much larger than formic acid. Using infinite-dilution g/g values, GVL is about 700x higher.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pet_cosmors_hpc_package/pet_solubility_results.csv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Interpreting non-iterative vs iterative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Which number should be used for comparison?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x_inf and g/g_inf use the infinite-dilution activity coefficient.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x_iter and g/g_iter solve the full composition-dependent equilibrium condition.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Lee et al. describe chemical potentials at infinite dilution in the solvent; for screening comparison, g/g_inf is the cleanest first comparison.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Iterative values are useful as a self-consistent correction when solubility is not extremely dilute.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openCOSMO-RS - OPI nightly Docs.pdf, pp. 8, 10-12; Lee et al. 2025 Methods p.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Important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Current result is a reproducibility test, not a full reproduction of Lee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Only one PET conformation was used; Lee et al. used 20 PET trimer conformers from a 10 ns trajectory.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ORCA/openCOSMO-RS parameterization differs from Gaussian/COSMOtherm BP_TZVP_22 in the paper.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Our COSMORS single point used BLYP def2-SVP; higher basis or exact openCOSMO-RS recommended protocols may change values.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COSMO-RS predicts equilibrium thermodynamics; degradation, diffusion, swelling and fibre morphology are not captured.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Lee et al. 2025 Methods p. 8; Muller et al. 2025 openCOSMO-RS 24a discussion, p.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How to move from first test to paper-level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Extract multiple PET conformers from MD, preferably using the same selection criterion: lowest internal potential energy.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Run geometry optimization and COSMORS single-point calculations for each conformer.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Generate conformer-weighted or ensemble-averaged ln(gamma)/chemical-potential estimates.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Repeat for all target solvents and compare g/g_inf at 25 C and 100 C.</a:t>
            </a:r>
          </a:p>
          <a:p>
            <a:pPr>
              <a:spcAft>
                <a:spcPts val="700"/>
              </a:spcAft>
              <a:defRPr sz="1500">
                <a:solidFill>
                  <a:srgbClr val="1F2A37"/>
                </a:solidFill>
                <a:latin typeface="Aptos"/>
              </a:defRPr>
            </a:pPr>
            <a:r>
              <a:t>Document deviations from Lee et al.: software, parameterization, basis set, solvent conformer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Lee et al. 2025 Methods p. 8; local scripts 06-08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Appendix: local command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Commands used in this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python orca_full_workflow/07_prepare_pet_cosmors_package.py</a:t>
            </a:r>
          </a:p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bash submit_all_cosmors.sh</a:t>
            </a:r>
          </a:p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bash check_cosmors_results.sh</a:t>
            </a:r>
          </a:p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python orca_full_workflow/08_calculate_pet_solubility.py --csv pet_cosmors_hpc_package/pet_solubility_results.csv</a:t>
            </a:r>
          </a:p>
          <a:p>
            <a:pPr>
              <a:spcAft>
                <a:spcPts val="700"/>
              </a:spcAft>
              <a:defRPr sz="1300">
                <a:solidFill>
                  <a:srgbClr val="1F2A37"/>
                </a:solidFill>
                <a:latin typeface="Aptos"/>
              </a:defRPr>
            </a:pPr>
            <a:r>
              <a:t>Inputs: pet_trimer.solute.orcacosmo, gvl.solute.orcacosmo, formic_acid.solute.orcacosmo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Basis: pet_cosmors_hpc_package/README_submit.md; orca_full_workflow/08_calculate_pet_solubility.py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ptos"/>
              </a:rPr>
              <a:t>Appendix: source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Aptos"/>
              </a:rPr>
              <a:t>Where each claim in this deck comes from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0"/>
              </a:tblGrid>
              <a:tr h="41148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Claim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openCOSMO-RS API and examples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openCOSMO-RS_py README + examples/cosmors_calculation.ipynb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OPI/ORCA .orcacosmo workflow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openCOSMO-RS - OPI nightly Docs.pdf, pp. 1-5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Solubility formula and iterative/non-iterative methods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openCOSMO-RS - OPI nightly Docs.pdf, pp. 10-12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trimer, MD selection, 20 conformers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Lee et al. 2025 Methods, p. 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 Tm and DeltaHfus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Lee et al. 2025 Methods, p. 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Our numerical results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Aptos"/>
                        </a:defRPr>
                      </a:pPr>
                      <a:r>
                        <a:t>pet_cosmors_hpc_package/pet_solubility_results.csv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Aptos"/>
              </a:rPr>
              <a:t>Generated deck: PET_openCOSMO_RS_workflow_summary.pptx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