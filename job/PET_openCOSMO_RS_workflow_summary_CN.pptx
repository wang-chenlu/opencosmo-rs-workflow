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PET 在 GVL/甲酸中的溶解度计算流程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从 openCOSMO-RS_py 官方示例、OPI 文档、Lee 等 2025 论文到本次 ORCA/openCOSMO-RS 计算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828800"/>
            <a:ext cx="2667762" cy="107899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Microsoft YaHei"/>
              </a:defRPr>
            </a:pPr>
            <a:r>
              <a:t>结构来源</a:t>
            </a:r>
          </a:p>
          <a:p>
            <a:pPr algn="ctr">
              <a:defRPr sz="819">
                <a:solidFill>
                  <a:srgbClr val="FFFFFF"/>
                </a:solidFill>
                <a:latin typeface="Microsoft YaHei"/>
              </a:defRPr>
            </a:pPr>
            <a:r>
              <a:t>PET 三聚体 + GVL + 甲酸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25546" y="2221992"/>
            <a:ext cx="164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5B697A"/>
                </a:solidFill>
                <a:latin typeface="Microsoft YaHei"/>
              </a:rPr>
              <a:t>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07842" y="1828800"/>
            <a:ext cx="2667762" cy="1078992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Microsoft YaHei"/>
              </a:defRPr>
            </a:pPr>
            <a:r>
              <a:t>ORCA</a:t>
            </a:r>
          </a:p>
          <a:p>
            <a:pPr algn="ctr">
              <a:defRPr sz="819">
                <a:solidFill>
                  <a:srgbClr val="FFFFFF"/>
                </a:solidFill>
                <a:latin typeface="Microsoft YaHei"/>
              </a:defRPr>
            </a:pPr>
            <a:r>
              <a:t>几何优化 + COSMORS 单点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3036" y="2221992"/>
            <a:ext cx="164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5B697A"/>
                </a:solidFill>
                <a:latin typeface="Microsoft YaHei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5332" y="1828800"/>
            <a:ext cx="2667762" cy="1078992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Microsoft YaHei"/>
              </a:defRPr>
            </a:pPr>
            <a:r>
              <a:t>openCOSMO-RS</a:t>
            </a:r>
          </a:p>
          <a:p>
            <a:pPr algn="ctr">
              <a:defRPr sz="819">
                <a:solidFill>
                  <a:srgbClr val="FFFFFF"/>
                </a:solidFill>
                <a:latin typeface="Microsoft YaHei"/>
              </a:defRPr>
            </a:pPr>
            <a:r>
              <a:t>由 .orcacosmo 计算 ln(gamma)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80526" y="2221992"/>
            <a:ext cx="16459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5B697A"/>
                </a:solidFill>
                <a:latin typeface="Microsoft YaHei"/>
              </a:rPr>
              <a:t>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2822" y="1828800"/>
            <a:ext cx="2667762" cy="1078992"/>
          </a:xfrm>
          <a:prstGeom prst="roundRect">
            <a:avLst/>
          </a:prstGeom>
          <a:solidFill>
            <a:srgbClr val="BE123C"/>
          </a:solidFill>
          <a:ln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Microsoft YaHei"/>
              </a:defRPr>
            </a:pPr>
            <a:r>
              <a:t>固液平衡</a:t>
            </a:r>
          </a:p>
          <a:p>
            <a:pPr algn="ctr">
              <a:defRPr sz="819">
                <a:solidFill>
                  <a:srgbClr val="FFFFFF"/>
                </a:solidFill>
                <a:latin typeface="Microsoft YaHei"/>
              </a:defRPr>
            </a:pPr>
            <a:r>
              <a:t>由 ln(gamma) 得到 x 与 g/g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94760"/>
            <a:ext cx="10378440" cy="822960"/>
          </a:xfrm>
          <a:prstGeom prst="roundRect">
            <a:avLst/>
          </a:prstGeom>
          <a:solidFill>
            <a:srgbClr val="F3F6FA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F2A37"/>
                </a:solidFill>
                <a:latin typeface="Microsoft YaHei"/>
              </a:defRPr>
            </a:pPr>
            <a:r>
              <a:t>本次计算结果：GVL = 0.334 g PET/g solvent；甲酸 = 4.59e-4 g PET/g solvent。这里采用无限稀释值 g/g_inf 作为与文献筛选结果的优先比较量。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结果文件：pet_cosmors_hpc_package/pet_solubility_results.csv；计算脚本：orca_full_workflow/08_calculate_pet_solubility.py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1. openCOSMO-RS_py 的作用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它不是量化软件，而是 COSMO-RS 热力学后处理程序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3564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输入：量化计算得到的 COSMO 表面文件，例如 ORCA 生成的 .orcacosmo。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核心 API：COSMORS(par=openCOSMORS24a())、add_molecule、add_job、calculate。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输出：活度系数 ln(gamma)、sigma profile、面积/体积/氢键矩等描述符。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溶解度本身不是直接从 ORCA 得到，而是由 openCOSMO-RS 的 ln(gamma) 结合固液平衡方程计算。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依据：openCOSMO-RS_py/README.md；openCOSMO-RS_py/examples/cosmors_calculation.ipynb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2. OPI nightly 文档中的官方流程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OPI 文档展示了 ORCA + openCOSMO-RS_py 的完整示例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3564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文档目标：用 ORCA Python Interface 运行 ORCA，生成 .orcacosmo，并用 openCOSMO-RS_py 计算 sigma profile 和溶解度。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关键 ORCA 关键词：calc.input.add_arbitrary_string('!COSMORS(ethanol)')。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文档要求检查 ORCA 是否正常终止，然后再解析 .orcacosmo。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我们在超算上不用 OPI，而是直接写 ORCA input；本质上复现的是同一个 COSMORS 单点输出流程。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依据：openCOSMO-RS - OPI nightly Docs.pdf，第 1、2、4、5 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3. 本次采用的溶解度公式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openCOSMO-RS 先算 ln(gamma)，再通过固液平衡方程得到 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2563EB"/>
                </a:solidFill>
                <a:latin typeface="Microsoft YaHei"/>
              </a:rPr>
              <a:t>ln(x) + ln(gamma) = - ΔH_fus / R × (1/T - 1/T_fus)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48840"/>
            <a:ext cx="1083564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非迭代：在无限稀释下计算 ln(gamma_inf)，x_inf = exp(rhs - ln(gamma_inf))。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迭代：求解 ln(gamma(x)) + ln(x) - rhs = 0。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openCOSMO-RS 调用中使用 refst='pure_component'，与官方示例一致。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本式未加入热容修正项 Delta Cp，因此属于简化固液平衡模型。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依据：openCOSMO-RS - OPI nightly Docs.pdf，第 10-12 页；openCOSMO-RS_py/examples/cosmors_calculation.ipynb 中 paracetamol 示例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4. Lee 等 2025 论文给出的目标体系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论文用 COSMO-RS 筛选 PET 和染料在 22 种溶剂中的溶解度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3564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论文比较 PET 与染料在不同溶剂中的溶解度，用于筛选“能溶染料但尽量不溶 PET”的萃取溶剂。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Fig. 1 中给出 PET 和 Orange 30 在 25 °C 和 100 °C 的预测溶解度，单位为 g/g。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GVL 在实验中可能导致染料转化；乙酸被认为在工艺上更适合回收和放大。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我们这次先计算 GVL 和甲酸，目标是建立从 ORCA 到 openCOSMO-RS 的完整可跑通流程。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依据：Lee 等 2025, Nature Sustainability，第 2、3、7 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5. Lee 等 Methods 中的 PET 构型和参数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这些参数决定了我们如何选择 PET 模型和热力学输入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70432"/>
          <a:ext cx="1124712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846320"/>
                <a:gridCol w="4572000"/>
              </a:tblGrid>
              <a:tr h="438912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Lee 等 2025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本次计算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PET 模型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PET trimer，端基用 EG motif 封端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PET 三聚体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构型来源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10 ns MD 轨迹中选 20 个低内能构象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先使用 1 个 MD 构型测试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熔点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260 °C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533.15 K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熔融焓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54.3 J/g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用 PET 三聚体摩尔质量换算成 kJ/mol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输出单位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g/g solvent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同时输出 mole fraction 和 g/g solvent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依据：Lee 等 2025 Methods，第 8 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6. Lee 论文公式与本次公式的关系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两者都在描述纯溶质与溶剂中无限稀释状态之间的化学势差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3564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Lee 论文形式：log(x_i) = (mu_i^pure - mu_i^solvent - DeltaG_fus)/(RT ln 10)。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openCOSMO-RS 示例形式：ln(x) + ln(gamma) = -DeltaH_fus/R × (1/T - 1/T_fus)。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二者都需要纯组分参考态与溶剂中无限稀释状态的热力学差异。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差异：Lee 使用 COSMOtherm/BP_TZVP_22；本次使用 openCOSMO-RS_py/openCOSMORS24a，并用 DeltaH_fus 近似融合自由能项。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依据：Lee 等 2025 Methods，第 8 页；OPI nightly Docs，第 10-12 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7. 我们实际生成和使用的文件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从初始结构到最终 .orcacosmo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018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3200400"/>
                <a:gridCol w="2514600"/>
                <a:gridCol w="4160520"/>
              </a:tblGrid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对象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优化输入/输出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COSMORS 输入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openCOSMO-RS 使用文件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PET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35-PET/35-PET_opt.out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pet_trimer.inp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pet_trimer.solute.orcacosmo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GVL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34-C5H8O2/34-C5H8O2_opt.out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gvl.inp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gvl.solute.orcacosmo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甲酸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31-CH2O2/31-CH2O2_opt.out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formic_acid.inp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formic_acid.solute.orcacosmo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依据：31-CH2O2、34-C5H8O2、35-PET、pet_cosmors_hpc_package 目录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8. ORCA 几何优化设置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先优化构型，再做 COSMORS 单点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34440"/>
          <a:ext cx="99669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937760"/>
                <a:gridCol w="1280160"/>
                <a:gridCol w="1920240"/>
              </a:tblGrid>
              <a:tr h="5486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体系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优化关键词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核数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终止状态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甲酸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M062X def2-TZVP D3zero Opt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正常收敛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GVL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M062X def2-TZVP D3zero Opt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正常收敛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PET 三聚体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M062X def2-SVP D3zero Opt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64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正常收敛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4160520"/>
            <a:ext cx="10058400" cy="594360"/>
          </a:xfrm>
          <a:prstGeom prst="roundRect">
            <a:avLst/>
          </a:prstGeom>
          <a:solidFill>
            <a:srgbClr val="F3F6FA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F2A37"/>
                </a:solidFill>
                <a:latin typeface="Microsoft YaHei"/>
              </a:defRPr>
            </a:pPr>
            <a:r>
              <a:t>PET 使用 def2-SVP 是为了在大体系上控制计算成本；小分子使用 def2-TZVP 保持较高几何精度。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依据：*_opt.inp 与 *_opt.out；检查项包括 THE OPTIMIZATION HAS CONVERGED 和 ORCA TERMINATED NORMALLY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9. ORCA COSMORS 单点设置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这一步生成 openCOSMO-RS 能读取的 .orcacosmo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2563EB"/>
                </a:solidFill>
                <a:latin typeface="Microsoft YaHei"/>
              </a:rPr>
              <a:t>! BLYP def2-SVP noautostart miniprint palN COSMORS(ethanol)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1083564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PET: pal64；GVL 和甲酸: pal4。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OPI 文档示例使用 !COSMORS(ethanol)；我们在直接 ORCA input 中保留这个关键词。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对于自定义溶剂，真正用于 openCOSMO-RS 的是各自分子的 *.solute.orcacosmo。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额外生成的 *.solvent.orcacosmo 是 ethanol 参考文件，本次 PET-in-GVL/甲酸计算不使用。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依据：openCOSMO-RS - OPI nightly Docs.pdf，第 4 页；pet_cosmors_hpc_package/*.inp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10. PET 熔融焓单位换算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论文给 J/g，溶解度公式需要 J/mol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Microsoft YaHei"/>
              </a:rPr>
              <a:t>PET 三聚体公式：C32H30O14；M = 638.5722 g/mol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059669"/>
                </a:solidFill>
                <a:latin typeface="Microsoft YaHei"/>
              </a:rPr>
              <a:t>DeltaH_fus = 54.3 J/g × 638.5722 g/mol = 34.6745 kJ/mol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63240"/>
            <a:ext cx="1083564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摩尔质量由 pet_trimer_opt_final.xyz 自动统计得到。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如果后续改用不同聚合度的 PET 低聚物，必须重新换算。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本次温度：T = 298.15 K；T_fus = 533.15 K。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依据：Lee 等 2025 Methods，第 8 页；orca_full_workflow/08_calculate_pet_solubility.py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11. openCOSMO-RS 后处理脚本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把 .orcacosmo 转换为 ln(gamma)、x 和 g/g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3564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脚本：orca_full_workflow/08_calculate_pet_solubility.py。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输入：pet_trimer.solute.orcacosmo、gvl.solute.orcacosmo、formic_acid.solute.orcacosmo。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参数化：openCOSMORS24a。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计算：先得到 ln(gamma_inf)，再计算 x_inf；同时求解迭代根 x_iter。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单位转换：g/g = x_solute M_solute / [(1 - x_solute) M_solvent]。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依据：orca_full_workflow/08_calculate_pet_solubility.py；openCOSMO-RS_py 官方 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12. 最终计算结果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单个 PET 三聚体构型，298.15 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234440"/>
          <a:ext cx="9509760" cy="159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737360"/>
                <a:gridCol w="1463040"/>
                <a:gridCol w="1645920"/>
                <a:gridCol w="1554480"/>
                <a:gridCol w="1645920"/>
              </a:tblGrid>
              <a:tr h="530351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溶剂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ln(gamma_inf)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x_inf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g/g_inf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x_iter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g/g_iter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530351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GVL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-3.164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0.04973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0.3338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0.02943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0.1934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530353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甲酸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4.152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3.307e-05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0.0004588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3.318e-05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0.0004603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3703320"/>
            <a:ext cx="10195560" cy="685800"/>
          </a:xfrm>
          <a:prstGeom prst="roundRect">
            <a:avLst/>
          </a:prstGeom>
          <a:solidFill>
            <a:srgbClr val="F3F6FA"/>
          </a:solidFill>
          <a:ln>
            <a:solidFill>
              <a:srgbClr val="CD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1F2A37"/>
                </a:solidFill>
                <a:latin typeface="Microsoft YaHei"/>
              </a:defRPr>
            </a:pPr>
            <a:r>
              <a:t>结论：GVL 的预测 PET 溶解能力远高于甲酸。按 g/g_inf 比较，GVL 约为甲酸的 700 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依据：pet_cosmors_hpc_package/pet_solubility_results.csv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13. 应该比较哪一列？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和文献筛选趋势对比时，优先看 g/g_inf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3564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g/g_inf：基于无限稀释活度系数，和 Lee 论文中“溶质在溶剂中无限稀释化学势”的描述最接近。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g/g_iter：考虑组成变化后的自洽修正；当溶解度不再极稀时有参考意义。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本次 GVL 的 x_inf 约 0.05，迭代修正明显；甲酸极稀，两个值几乎相同。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用于初筛排序：g/g_inf；用于更严格估计：同时报告 g/g_inf 与 g/g_iter。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依据：OPI nightly Docs，第 10-12 页；Lee 等 2025 Methods，第 8 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14. 与 Lee 等工作的差异和限制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本次是可跑通流程和趋势测试，不是完全复现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3564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构象数量：Lee 使用 20 个 PET 三聚体构象；本次使用 1 个构象。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软件和参数化：Lee 使用 Gaussian + COSMOtherm BP_TZVP_22；本次使用 ORCA + openCOSMO-RS_py openCOSMORS24a。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量化级别：本次 COSMORS 单点为 BLYP def2-SVP；更高基组可能改变定量结果。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模型边界：COSMO-RS 是平衡热力学模型，不描述 PET 纤维形貌、扩散、降解和溶胀动力学。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依据：Lee 等 2025 Methods，第 8 页；Müller 等 2025 关于 openCOSMO-RS 24a 的讨论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15. 下一步如何做到更接近论文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从单构型测试推进到构象集合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3564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从 MD 轨迹中按内能选择多个 PET 构象，目标接近 Lee 的 20 个构象。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为每个 PET 构象进行 ORCA 优化和 COSMORS 单点计算。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对 GVL、甲酸以及更多候选溶剂重复小分子构象搜索和 COSMORS 单点。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进行构象加权或集合平均，再输出 g/g_inf 与 g/g_iter。</a:t>
            </a:r>
          </a:p>
          <a:p>
            <a:pPr>
              <a:spcAft>
                <a:spcPts val="800"/>
              </a:spcAft>
              <a:defRPr sz="1400">
                <a:solidFill>
                  <a:srgbClr val="1F2A37"/>
                </a:solidFill>
                <a:latin typeface="Microsoft YaHei"/>
              </a:defRPr>
            </a:pPr>
            <a:r>
              <a:t>同时在 298.15 K 和 373.15 K 计算，便于对应 25 °C 和 100 °C。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依据：Lee 等 2025 Methods，第 8 页；本地脚本 06-08 可扩展到多构象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16. 本次可复现命令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从提交包到结果表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70432"/>
            <a:ext cx="10835640" cy="4892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A37"/>
                </a:solidFill>
                <a:latin typeface="Microsoft YaHei"/>
              </a:defRPr>
            </a:pPr>
            <a:r>
              <a:t>python orca_full_workflow/07_prepare_pet_cosmors_package.py</a:t>
            </a:r>
          </a:p>
          <a:p>
            <a:pPr>
              <a:spcAft>
                <a:spcPts val="800"/>
              </a:spcAft>
              <a:defRPr sz="1300">
                <a:solidFill>
                  <a:srgbClr val="1F2A37"/>
                </a:solidFill>
                <a:latin typeface="Microsoft YaHei"/>
              </a:defRPr>
            </a:pPr>
            <a:r>
              <a:t>bash submit_all_cosmors.sh</a:t>
            </a:r>
          </a:p>
          <a:p>
            <a:pPr>
              <a:spcAft>
                <a:spcPts val="800"/>
              </a:spcAft>
              <a:defRPr sz="1300">
                <a:solidFill>
                  <a:srgbClr val="1F2A37"/>
                </a:solidFill>
                <a:latin typeface="Microsoft YaHei"/>
              </a:defRPr>
            </a:pPr>
            <a:r>
              <a:t>bash check_cosmors_results.sh</a:t>
            </a:r>
          </a:p>
          <a:p>
            <a:pPr>
              <a:spcAft>
                <a:spcPts val="800"/>
              </a:spcAft>
              <a:defRPr sz="1300">
                <a:solidFill>
                  <a:srgbClr val="1F2A37"/>
                </a:solidFill>
                <a:latin typeface="Microsoft YaHei"/>
              </a:defRPr>
            </a:pPr>
            <a:r>
              <a:t>python orca_full_workflow/08_calculate_pet_solubility.py --csv pet_cosmors_hpc_package/pet_solubility_results.csv</a:t>
            </a:r>
          </a:p>
          <a:p>
            <a:pPr>
              <a:spcAft>
                <a:spcPts val="800"/>
              </a:spcAft>
              <a:defRPr sz="1300">
                <a:solidFill>
                  <a:srgbClr val="1F2A37"/>
                </a:solidFill>
                <a:latin typeface="Microsoft YaHei"/>
              </a:defRPr>
            </a:pPr>
            <a:r>
              <a:t>最终输入文件：pet_trimer.solute.orcacosmo、gvl.solute.orcacosmo、formic_acid.solute.orcacosmo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依据：pet_cosmors_hpc_package/README_submit.md；orca_full_workflow/07_prepare_pet_cosmors_package.py；08_calculate_pet_solubility.py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2A37"/>
                </a:solidFill>
                <a:latin typeface="Microsoft YaHei"/>
              </a:rPr>
              <a:t>17. 依据索引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68096"/>
            <a:ext cx="10972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B697A"/>
                </a:solidFill>
                <a:latin typeface="Microsoft YaHei"/>
              </a:rPr>
              <a:t>PPT 中每类信息对应的来源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11292839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7726679"/>
              </a:tblGrid>
              <a:tr h="4114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内容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来源</a:t>
                      </a:r>
                    </a:p>
                  </a:txBody>
                  <a:tcPr marL="45720" marR="45720">
                    <a:solidFill>
                      <a:srgbClr val="F3F6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openCOSMO-RS_py 的 API 和示例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openCOSMO-RS_py/README.md；examples/cosmors_calculation.ipynb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ORCA/OPI 生成 .orcacosmo 的流程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openCOSMO-RS - OPI nightly Docs.pdf，第 1-5 页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非迭代/迭代溶解度公式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openCOSMO-RS - OPI nightly Docs.pdf，第 10-12 页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PET 三聚体、MD、20 构象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Lee 等 2025 Methods，第 8 页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PET 熔点与熔融焓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Lee 等 2025 Methods，第 8 页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本次 ORCA/openCOSMO-RS 文件和结果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F2A37"/>
                          </a:solidFill>
                          <a:latin typeface="Microsoft YaHei"/>
                        </a:defRPr>
                      </a:pPr>
                      <a:r>
                        <a:t>31-CH2O2、34-C5H8O2、35-PET、pet_cosmors_hpc_package</a:t>
                      </a:r>
                    </a:p>
                  </a:txBody>
                  <a:tcPr marL="45720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6519672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5B697A"/>
                </a:solidFill>
                <a:latin typeface="Microsoft YaHei"/>
              </a:rPr>
              <a:t>生成文件：PET_openCOSMO_RS_workflow_summary_CN.pptx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